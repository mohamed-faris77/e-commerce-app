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1743b-e132-8e92-8000-000062223aa4.png?kimi-sig=J9yY-wtGRHR2kGwyDF9V7EUDw3FoS8XXpdeSdprpTQ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17444-f8c2-8fea-8000-000022c4d4b1.png?kimi-sig=_N72F7QIUDsDR4A3vvk-trKl966hhlDjLg5vW1ranN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17445-17a2-8afc-8000-000059734dc5.png?kimi-sig=oDgSHQ3B0vc9j8thohnCsiyyZLfu7O4AziQy2jL53s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17445-efd2-863d-8000-00007f863af2.png?kimi-sig=HGRJWEaPENd0xVUBDQKhbwDacF4totPN6ttZa0rnhrQ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77531" y="3590870"/>
            <a:ext cx="4542269" cy="673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17445-2b52-852b-8000-00000d865f56.png?kimi-sig=1WdhHgTRxlgRsv6PvJrxvHqEoTRh7qKDZ27ZVhSQz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17446-0062-824e-8000-000000c870ff.png?kimi-sig=pkpbaLKgpGRo2kQXszWcDkV8Hx9lcAQtEe2IfSSphe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17450-0012-88ac-8000-0000bb1f2c8f.png?kimi-sig=65ttCzgQoDDmfkEmP6SqTQm2nIKaUbLSrt88DVxixj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17453-d742-88c7-8000-000024987f25.png?kimi-sig=I8P24mWE6zA2ek0ouDjkToXD-p_LvY72GKCfjQZaLt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1744f-46e2-88e8-8000-000028bc6d22.png?kimi-sig=gPPSuGHEglTDZc0CtvMSv75aaDoYi0lHoBwL3kxZn_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1744f-b1e2-8fa2-8000-0000011c758e.png?kimi-sig=QY_v_HIuJLDfFh7BGLOSv1hJqF8IBoOW-PBmc_fl9k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Famazon: Dark-Mode MERN Showcase</dc:title>
  <dc:subject>Famazon: Dark-Mode MERN Showcase</dc:subject>
  <dc:creator>Kimi</dc:creator>
  <cp:lastModifiedBy>Kimi</cp:lastModifiedBy>
  <cp:revision>1</cp:revision>
  <dcterms:created xsi:type="dcterms:W3CDTF">2025-12-13T10:36:37Z</dcterms:created>
  <dcterms:modified xsi:type="dcterms:W3CDTF">2025-12-13T10:36:37Z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{"Label":"Famazon: Dark-Mode MERN Showcase","ContentProducer":"001191110108MACG2KBH8F10000","ProduceID":"d4uk0eo8obd7pa59h8i0","ReservedCode1":"","ContentPropagator":"001191110108MACG2KBH8F20000","PropagateID":"d4uk0eo8obd7pa59h8i0","ReservedCode2":""}</vt:lpwstr>
  </property>
</Properties>
</file>